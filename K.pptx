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195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149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790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442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963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2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788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685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622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099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387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224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7570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3180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5740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7778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902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475391B-CAB0-48AB-BB3A-E843B1163B6B}" type="datetimeFigureOut">
              <a:rPr lang="en-ZA" smtClean="0"/>
              <a:t>2026/09/18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B34C8-07E8-487E-933E-E1E99116B2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4220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smtClean="0">
                <a:latin typeface="Arial Black" panose="020B0A04020102020204" pitchFamily="34" charset="0"/>
              </a:rPr>
              <a:t>K.A.B</a:t>
            </a:r>
            <a:endParaRPr lang="en-ZA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u="sng" dirty="0" smtClean="0">
                <a:latin typeface="Arial Black" panose="020B0A04020102020204" pitchFamily="34" charset="0"/>
              </a:rPr>
              <a:t>GROUP PRESENTATION on </a:t>
            </a:r>
            <a:r>
              <a:rPr lang="en-US" sz="3200" b="1" u="sng" dirty="0" err="1" smtClean="0">
                <a:latin typeface="Arial Black" panose="020B0A04020102020204" pitchFamily="34" charset="0"/>
              </a:rPr>
              <a:t>AgroShield</a:t>
            </a:r>
            <a:r>
              <a:rPr lang="en-US" sz="3200" b="1" u="sng" dirty="0" smtClean="0">
                <a:latin typeface="Arial Black" panose="020B0A04020102020204" pitchFamily="34" charset="0"/>
              </a:rPr>
              <a:t> Twin</a:t>
            </a:r>
            <a:endParaRPr lang="en-ZA" sz="32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06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>
                <a:latin typeface="Algerian" panose="04020705040A02060702" pitchFamily="82" charset="0"/>
              </a:rPr>
              <a:t>PROBLEMS</a:t>
            </a:r>
            <a:endParaRPr lang="en-ZA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 </a:t>
            </a:r>
            <a:r>
              <a:rPr lang="en-US" b="1" dirty="0"/>
              <a:t>Introduction - farmers are facing a problem when it comes to soil </a:t>
            </a:r>
            <a:r>
              <a:rPr lang="en-US" b="1" dirty="0" smtClean="0"/>
              <a:t>irrigation-</a:t>
            </a:r>
          </a:p>
          <a:p>
            <a:r>
              <a:rPr lang="en-US" b="1" dirty="0" smtClean="0"/>
              <a:t> </a:t>
            </a:r>
            <a:r>
              <a:rPr lang="en-US" b="1" dirty="0"/>
              <a:t>Were by they are unable to determine which area is stressed at a specific time- </a:t>
            </a:r>
            <a:endParaRPr lang="en-US" b="1" dirty="0" smtClean="0"/>
          </a:p>
          <a:p>
            <a:r>
              <a:rPr lang="en-US" b="1" dirty="0" smtClean="0"/>
              <a:t>Leading </a:t>
            </a:r>
            <a:r>
              <a:rPr lang="en-US" b="1" dirty="0"/>
              <a:t>to them watering unnecessary areas and wasting </a:t>
            </a:r>
            <a:r>
              <a:rPr lang="en-US" b="1" dirty="0" smtClean="0"/>
              <a:t>resources-</a:t>
            </a:r>
          </a:p>
          <a:p>
            <a:r>
              <a:rPr lang="en-US" b="1" dirty="0" smtClean="0"/>
              <a:t> </a:t>
            </a:r>
            <a:r>
              <a:rPr lang="en-US" b="1" dirty="0"/>
              <a:t>With this action crops are given incorrect amounts of water leading to poor production, stock reduction and profit </a:t>
            </a:r>
            <a:r>
              <a:rPr lang="en-US" b="1" dirty="0" smtClean="0"/>
              <a:t>loss-</a:t>
            </a:r>
          </a:p>
          <a:p>
            <a:r>
              <a:rPr lang="en-US" b="1" dirty="0" smtClean="0"/>
              <a:t> </a:t>
            </a:r>
            <a:r>
              <a:rPr lang="en-US" b="1" dirty="0"/>
              <a:t>And which also can lead to poor food security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48379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anose="04020705040A02060702" pitchFamily="82" charset="0"/>
              </a:rPr>
              <a:t>SOLUTION</a:t>
            </a:r>
            <a:endParaRPr lang="en-ZA" b="1" u="s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THAT’S WHERE AGROSHIELD TWIN COMES IN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THE BEST SOLUTION EVERY FAMER  NEEDS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Me and my team KAB DECIDED TO DESIGN AN AUTO IRRIGATION DESIGN  FOR EVERY FARMER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IT AUTOMATICALY IRRIGATE THE SPESIFIC REGION WHERE WATER IS NEEDED FOR CROPS and shuts WHEN its enough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 </a:t>
            </a:r>
            <a:endParaRPr lang="en-US" b="1" dirty="0" smtClean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75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anose="04020705040A02060702" pitchFamily="82" charset="0"/>
              </a:rPr>
              <a:t>DEMONSTRATION</a:t>
            </a:r>
            <a:endParaRPr lang="en-ZA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- Our prototype acts on this four aspects </a:t>
            </a:r>
            <a:r>
              <a:rPr lang="en-US" b="1" dirty="0" smtClean="0">
                <a:latin typeface="Arial Black" panose="020B0A04020102020204" pitchFamily="34" charset="0"/>
              </a:rPr>
              <a:t>– 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SENSE </a:t>
            </a:r>
            <a:r>
              <a:rPr lang="en-US" b="1" dirty="0">
                <a:latin typeface="Arial Black" panose="020B0A04020102020204" pitchFamily="34" charset="0"/>
              </a:rPr>
              <a:t>- DECIDE - ACT </a:t>
            </a:r>
            <a:r>
              <a:rPr lang="en-US" b="1" dirty="0" smtClean="0">
                <a:latin typeface="Arial Black" panose="020B0A04020102020204" pitchFamily="34" charset="0"/>
              </a:rPr>
              <a:t>– PROJECT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>
                <a:latin typeface="Arial Black" panose="020B0A04020102020204" pitchFamily="34" charset="0"/>
              </a:rPr>
              <a:t>Were we used sensors that detect soil moisture, temperature and </a:t>
            </a:r>
            <a:r>
              <a:rPr lang="en-US" b="1" dirty="0" smtClean="0">
                <a:latin typeface="Arial Black" panose="020B0A04020102020204" pitchFamily="34" charset="0"/>
              </a:rPr>
              <a:t>humidity-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And also the ultrasonic sensor that measures the amount and remainder in that storage tank</a:t>
            </a:r>
            <a:endParaRPr lang="en-ZA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58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169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Arial Black</vt:lpstr>
      <vt:lpstr>Century Gothic</vt:lpstr>
      <vt:lpstr>Wingdings 3</vt:lpstr>
      <vt:lpstr>Ion</vt:lpstr>
      <vt:lpstr>K.A.B</vt:lpstr>
      <vt:lpstr>PROBLEMS</vt:lpstr>
      <vt:lpstr>SOLUTION</vt:lpstr>
      <vt:lpstr>DEMONSTRATION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K.A.B</dc:title>
  <dc:creator>STUDENT</dc:creator>
  <cp:lastModifiedBy>langvin</cp:lastModifiedBy>
  <cp:revision>17</cp:revision>
  <dcterms:created xsi:type="dcterms:W3CDTF">2026-09-17T21:01:12Z</dcterms:created>
  <dcterms:modified xsi:type="dcterms:W3CDTF">2026-09-18T08:15:43Z</dcterms:modified>
</cp:coreProperties>
</file>